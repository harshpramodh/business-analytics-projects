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9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7BD3C-AA9E-4AF3-0471-9640ED87E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B28F1-A8A1-05C8-0E01-1DCE76BF4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AC56A-30AC-43A6-CBA1-0900DBDD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8084-6DE2-499C-942D-AEC4EF8C8FB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FB8F9-C718-4A89-C0EF-E3EBADFF6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53A92-AFFF-FF7B-5AAA-ABF76ABD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2CAC-D2D9-4980-8736-D9B5FADB2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CEC10-9C1D-5AE0-8BE6-E44EAEC1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C075D-8453-5F05-A7BD-C5566DA3D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83A86-B5A8-37DB-9B16-3218C936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8084-6DE2-499C-942D-AEC4EF8C8FB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8726F-E225-71FD-948B-E9C24FB1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F88EE-7368-BE42-1207-8492E608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2CAC-D2D9-4980-8736-D9B5FADB2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88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124E-D09C-F8B6-F7F7-35ECC993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8BF7C-E057-00A4-7187-7FDEA4DC7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C77C8-7B8B-975A-1D1A-A16E827B1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8084-6DE2-499C-942D-AEC4EF8C8FB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B1098-C98A-C6C6-5D17-61BA3DCFF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D3032-D8A4-A7EF-B210-57860B79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2CAC-D2D9-4980-8736-D9B5FADB2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97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7EE95-D246-6956-EF52-5DF7609C6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502FA-477B-1899-0D59-F76CA261E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9532E-5DDA-8082-ECE3-2D5B56ADD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27525-5B8B-CB88-7E58-AD44392EE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8084-6DE2-499C-942D-AEC4EF8C8FB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04C48-AC69-5B13-E10C-94C1D6BF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99E99-8451-8D15-8B8B-CAF2A94A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2CAC-D2D9-4980-8736-D9B5FADB2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95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2961-1072-3D55-758E-A4C8A5EE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AC373-5410-C419-EEBF-FFCF99B78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52D3A-E089-7F87-AAE4-8EBCAE63B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C1D8E-37A5-89E5-A411-049BC70A5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CB2E9E-480F-A2C8-68B1-CCF2D8E72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EBFC87-7A39-9BF9-FEAD-D4219B164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8084-6DE2-499C-942D-AEC4EF8C8FB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62C0D-91C7-995E-4952-EB3EB1DE3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81EEAB-5A4C-5106-038A-67708F55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2CAC-D2D9-4980-8736-D9B5FADB2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56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D1F91-D8C7-54C7-D72F-F4C6549C9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1D509-6198-0DEB-9820-D8D770F4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8084-6DE2-499C-942D-AEC4EF8C8FB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E264B0-FB5E-46CB-4000-323B01860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83BCD-72D4-B3A6-39E8-1B9F198A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2CAC-D2D9-4980-8736-D9B5FADB2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1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9C38D2-8637-99F1-CEBC-2FA1EBDF1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8084-6DE2-499C-942D-AEC4EF8C8FB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261CE-E0D7-0B01-363A-A7377ACE2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3E37C-5E30-7372-741D-8ADA22D6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2CAC-D2D9-4980-8736-D9B5FADB2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67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025C0-015A-B26B-4A1F-F0493E308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A9EAF-60A0-7EEC-BE81-AAE56E61C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3DDCE-1496-6A10-5DCB-D9D034EC7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9BE7F-BE41-4D31-42BC-05CA08A6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8084-6DE2-499C-942D-AEC4EF8C8FB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23CF3-F0A2-BF61-63C7-D334B176A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2230A-3402-96FB-1D7D-4BF55DDE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2CAC-D2D9-4980-8736-D9B5FADB2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09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D44F-5525-DC6B-D46D-CB2EB5AA9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21158A-C3E3-0B90-C252-430C3AC7A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2CEDC-F336-CE19-D7B6-C0202A6DB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F748F-CDEA-5817-BFB7-ECB1B2A37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8084-6DE2-499C-942D-AEC4EF8C8FB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BC4EF-4763-0EB9-6C4D-5DF7A40AA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495C9-2CC4-6649-26EF-89C165A2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2CAC-D2D9-4980-8736-D9B5FADB2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7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407FB-55F4-57B8-DDA2-2DC3D785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E9C75-8880-243A-5BCE-56B1B9D6B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F1745-7558-DE59-F322-2A5B0D204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8084-6DE2-499C-942D-AEC4EF8C8FB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5192C-47C7-5296-9847-A7573641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36A03-5D87-9F8C-C9AC-6F9B4D95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2CAC-D2D9-4980-8736-D9B5FADB2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10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92A6E5-73BF-BC09-2A31-87243C735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17B7E-AF64-C679-EEEA-DA6EAB78A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25FAE-0A30-7177-53CF-01414395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8084-6DE2-499C-942D-AEC4EF8C8FB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99709-D3D4-4181-81ED-8CDA072E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6B124-5942-6791-8B0E-7FED0A1B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72CAC-D2D9-4980-8736-D9B5FADB2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51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7A877-F5CF-2254-DE5C-6E52C4B81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C0297-B274-10C8-DA99-44A1A4B01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E03F7-A302-B0EC-CA67-DA0818FBC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C8084-6DE2-499C-942D-AEC4EF8C8FB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0EA5F-47A0-C15D-2EAB-84AFE6C06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D95E4-FC49-ED99-5105-791DDC612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72CAC-D2D9-4980-8736-D9B5FADB2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4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rgbClr val="FFFF0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8CD95-9C7C-FF9C-E8A8-77107F59D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2177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R Project Presentation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1E246-7FBE-985A-C364-4A0B2E3D8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44133"/>
            <a:ext cx="9144000" cy="3513667"/>
          </a:xfrm>
        </p:spPr>
        <p:txBody>
          <a:bodyPr/>
          <a:lstStyle/>
          <a:p>
            <a:r>
              <a:rPr lang="en-US" dirty="0"/>
              <a:t>Topic: Titanic train dataset</a:t>
            </a:r>
          </a:p>
          <a:p>
            <a:r>
              <a:rPr lang="en-US" dirty="0"/>
              <a:t>Name: Harsh Pramodh</a:t>
            </a:r>
          </a:p>
        </p:txBody>
      </p:sp>
    </p:spTree>
    <p:extLst>
      <p:ext uri="{BB962C8B-B14F-4D97-AF65-F5344CB8AC3E}">
        <p14:creationId xmlns:p14="http://schemas.microsoft.com/office/powerpoint/2010/main" val="16700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8FD79-F9FF-2D17-000A-B0CE2C9E8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2" y="110067"/>
            <a:ext cx="5486401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368F2A-475B-D967-2771-B7836C26D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787" y="0"/>
            <a:ext cx="5838613" cy="3649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7EC1FB-BF19-2E35-071F-B51F77BA3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1" y="3649133"/>
            <a:ext cx="5181601" cy="3238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CA9EE3-1D52-500D-1715-8D8317599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520" y="3649133"/>
            <a:ext cx="5310293" cy="331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9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AB610F-57B4-E233-1AC2-0C3A62024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84668"/>
            <a:ext cx="6177279" cy="3860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ADA634-65B2-ADD0-F9CA-43441C808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79" y="84668"/>
            <a:ext cx="6041814" cy="3776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BC12DD-012A-6377-0327-C0310A0AA5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4072465"/>
            <a:ext cx="4321388" cy="270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49BED2-72B7-1D5F-0CEC-798D81778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0"/>
            <a:ext cx="5486401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F3B9C1-11D2-D776-7EE8-26B371BB7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429000"/>
            <a:ext cx="5486401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0A91C4-FE5E-8AFA-F17E-92D415159E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598332"/>
            <a:ext cx="5215468" cy="325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91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600E19-6F71-04F6-5695-F74105919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0"/>
            <a:ext cx="109728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745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777D9A-035D-4553-29C2-25756E6CE680}"/>
              </a:ext>
            </a:extLst>
          </p:cNvPr>
          <p:cNvSpPr txBox="1"/>
          <p:nvPr/>
        </p:nvSpPr>
        <p:spPr>
          <a:xfrm>
            <a:off x="431800" y="2032001"/>
            <a:ext cx="8712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p-value is much less than 0.05, so the difference is statistically significant.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 average, females paid higher fares than males.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are 95% confident that the true mean fare difference between females and males lies between 11.62 and 26.29 units.</a:t>
            </a:r>
          </a:p>
          <a:p>
            <a:r>
              <a:rPr lang="en-US" dirty="0"/>
              <a:t>In short:</a:t>
            </a:r>
          </a:p>
          <a:p>
            <a:r>
              <a:rPr lang="en-US" dirty="0"/>
              <a:t> </a:t>
            </a:r>
            <a:r>
              <a:rPr lang="en-US" i="1" dirty="0"/>
              <a:t>There is strong evidence that females paid significantly higher fares than males in this dataset.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248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81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 Project Presentation and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Pramod</dc:creator>
  <cp:lastModifiedBy>Harsh Pramod</cp:lastModifiedBy>
  <cp:revision>7</cp:revision>
  <dcterms:created xsi:type="dcterms:W3CDTF">2025-04-26T04:51:46Z</dcterms:created>
  <dcterms:modified xsi:type="dcterms:W3CDTF">2025-04-30T05:57:10Z</dcterms:modified>
</cp:coreProperties>
</file>